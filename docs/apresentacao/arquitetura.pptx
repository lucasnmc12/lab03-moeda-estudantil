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cdb392052640b7" /><Relationship Type="http://schemas.openxmlformats.org/officeDocument/2006/relationships/extended-properties" Target="/docProps/app.xml" Id="Rd472134f00824737" /><Relationship Type="http://schemas.openxmlformats.org/officeDocument/2006/relationships/officeDocument" Target="/ppt/presentation.xml" Id="R3425b024175947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792341d789492d"/>
  </p:sldMasterIdLst>
  <p:notesMasterIdLst>
    <p:notesMasterId xmlns:r="http://schemas.openxmlformats.org/officeDocument/2006/relationships" r:id="R45f1194632a34281"/>
  </p:notesMasterIdLst>
  <p:sldIdLst>
    <p:sldId xmlns:r="http://schemas.openxmlformats.org/officeDocument/2006/relationships" id="256" r:id="Rf72625ba5e2c40e3"/>
    <p:sldId xmlns:r="http://schemas.openxmlformats.org/officeDocument/2006/relationships" id="257" r:id="R91a001973bbf4f5f"/>
    <p:sldId xmlns:r="http://schemas.openxmlformats.org/officeDocument/2006/relationships" id="258" r:id="Rf066a2849fa243e1"/>
    <p:sldId xmlns:r="http://schemas.openxmlformats.org/officeDocument/2006/relationships" id="259" r:id="R1b683a76408b42d1"/>
    <p:sldId xmlns:r="http://schemas.openxmlformats.org/officeDocument/2006/relationships" id="260" r:id="R677307c381e14573"/>
    <p:sldId xmlns:r="http://schemas.openxmlformats.org/officeDocument/2006/relationships" id="261" r:id="Re1a3f413666d401a"/>
    <p:sldId xmlns:r="http://schemas.openxmlformats.org/officeDocument/2006/relationships" id="262" r:id="R8b30524f11e1454c"/>
    <p:sldId xmlns:r="http://schemas.openxmlformats.org/officeDocument/2006/relationships" id="263" r:id="Rb1f183e5ab0b487d"/>
    <p:sldId xmlns:r="http://schemas.openxmlformats.org/officeDocument/2006/relationships" id="264" r:id="Rd798465403d845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473d7f84544767" /><Relationship Type="http://schemas.openxmlformats.org/officeDocument/2006/relationships/slideMaster" Target="/ppt/slideMasters/slideMaster1.xml" Id="R49792341d789492d" /><Relationship Type="http://schemas.openxmlformats.org/officeDocument/2006/relationships/notesMaster" Target="/ppt/notesMasters/notesMaster1.xml" Id="R45f1194632a34281" /><Relationship Type="http://schemas.openxmlformats.org/officeDocument/2006/relationships/presProps" Target="/ppt/presProps.xml" Id="Rb251792b37244c7f" /><Relationship Type="http://schemas.openxmlformats.org/officeDocument/2006/relationships/tableStyles" Target="/ppt/tableStyles.xml" Id="R7d6d0b1a302f4bd2" /><Relationship Type="http://schemas.openxmlformats.org/officeDocument/2006/relationships/slide" Target="/ppt/slides/slide1.xml" Id="Rf72625ba5e2c40e3" /><Relationship Type="http://schemas.openxmlformats.org/officeDocument/2006/relationships/slide" Target="/ppt/slides/slide2.xml" Id="R91a001973bbf4f5f" /><Relationship Type="http://schemas.openxmlformats.org/officeDocument/2006/relationships/slide" Target="/ppt/slides/slide3.xml" Id="Rf066a2849fa243e1" /><Relationship Type="http://schemas.openxmlformats.org/officeDocument/2006/relationships/slide" Target="/ppt/slides/slide4.xml" Id="R1b683a76408b42d1" /><Relationship Type="http://schemas.openxmlformats.org/officeDocument/2006/relationships/slide" Target="/ppt/slides/slide5.xml" Id="R677307c381e14573" /><Relationship Type="http://schemas.openxmlformats.org/officeDocument/2006/relationships/slide" Target="/ppt/slides/slide6.xml" Id="Re1a3f413666d401a" /><Relationship Type="http://schemas.openxmlformats.org/officeDocument/2006/relationships/slide" Target="/ppt/slides/slide7.xml" Id="R8b30524f11e1454c" /><Relationship Type="http://schemas.openxmlformats.org/officeDocument/2006/relationships/slide" Target="/ppt/slides/slide8.xml" Id="Rb1f183e5ab0b487d" /><Relationship Type="http://schemas.openxmlformats.org/officeDocument/2006/relationships/slide" Target="/ppt/slides/slide9.xml" Id="Rd798465403d845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7a2d960bd74b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bcc42ab7374af0" /><Relationship Type="http://schemas.openxmlformats.org/officeDocument/2006/relationships/notesMaster" Target="/ppt/notesMasters/notesMaster1.xml" Id="Rdbda375ccd2f49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420cfa22e3436b" /><Relationship Type="http://schemas.openxmlformats.org/officeDocument/2006/relationships/notesMaster" Target="/ppt/notesMasters/notesMaster1.xml" Id="Rec8f3995e1624b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b4d55bd9244bef" /><Relationship Type="http://schemas.openxmlformats.org/officeDocument/2006/relationships/notesMaster" Target="/ppt/notesMasters/notesMaster1.xml" Id="R660f9e23b3494d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4b71604bba4790" /><Relationship Type="http://schemas.openxmlformats.org/officeDocument/2006/relationships/notesMaster" Target="/ppt/notesMasters/notesMaster1.xml" Id="R88cfb0baf41d46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51024a13174614" /><Relationship Type="http://schemas.openxmlformats.org/officeDocument/2006/relationships/notesMaster" Target="/ppt/notesMasters/notesMaster1.xml" Id="Rdeb90e2b9f534a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3daf4942624a3c" /><Relationship Type="http://schemas.openxmlformats.org/officeDocument/2006/relationships/notesMaster" Target="/ppt/notesMasters/notesMaster1.xml" Id="Reeedefbba61940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6e17e263f648cc" /><Relationship Type="http://schemas.openxmlformats.org/officeDocument/2006/relationships/notesMaster" Target="/ppt/notesMasters/notesMaster1.xml" Id="Rb75a973a7a494c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1e3f9205c34fa3" /><Relationship Type="http://schemas.openxmlformats.org/officeDocument/2006/relationships/notesMaster" Target="/ppt/notesMasters/notesMaster1.xml" Id="R9a2a9bce107f48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920c683f3f48c1" /><Relationship Type="http://schemas.openxmlformats.org/officeDocument/2006/relationships/notesMaster" Target="/ppt/notesMasters/notesMaster1.xml" Id="Ra5cadf9c7b7b4c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Lucas Nogueira. Material preparado com apoio do Codex, da OpenAI. Base: enunciado do Laboratório 03 e implementação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minuto. Explicar que cadastro é público para aluno e parceiro. Professor e instituição entram por pré-cadastro. A moeda reconhece mérito, sem dinheiro real.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minutos. Seguir uma requisição. Security verifica sessão e CSRF. Controller valida o formulário. Service decide a regra. Repository persiste. Thymeleaf monta o HTML. SMTP consome a caixa de saída. O diagrama é editável.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minutos. A herança JOINED centraliza email e hash de senha. Cada especialização reutiliza sua PK como FK. A mesma estratégia diferencia as transações. Mostrar o ER completo em docs/diagramas/modelo-er.puml e a migração SQL.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minutos. O lock da linha base deve acontecer antes da leitura do saldo JOINED. O teste concorrente encontrou esse problema durante a implementação. A caixa de saída integra o mesmo commit do banco. SMTP acontece depois e pode repetir email em falha ambígua, nunca o débito.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minuto. Autenticação sozinha não basta. A restrição de dono existe nos services. Sessões antigas de contas desativadas também são negadas. Os testes executam casos permitidos e negados.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minutos. Estas são decisões técnicas, não feedback atribuído ao professor. A instituição e o professor seguem pré-cadastro. As revisões mantêm correspondência entre classes, ER, JPA e código.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minutos. Abrir cadastro, editar, remover uma conta descartável. Depois reconhecer aluno, conferir extrato e resgatar uma vantagem. Mostrar o mesmo código em dois emails locais. Provas automatizadas ficam em src/test/java.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minuto. A demonstração usa SMTP local, sem entrega externa. GitHub privado exige acesso do professor. Nenhuma apresentação ou participação em aula foi simulada. O ensaio deve ser feito pelo aluno.</a:t>
            </a:r>
          </a:p>
          <a:p xmlns:a="http://schemas.openxmlformats.org/drawingml/2006/main">
            <a:r>
              <a:t>Fontes: docs/enunciado.md, docs/DESIGN.md, docs/PERSISTENCIA.md e código da Release 1 no repositório https://github.com/lucasnmc12/lab03-moeda-estudantil.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f30f3651941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7882f364f44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f8b58a14f40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c8674c66c41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65230bf484e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2813dba3584b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10010F-1570-4DE7-91E2-E293A2F8F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FA503B-A7C3-492C-ADDF-F13D86632D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BF1CD0-F06C-4DCE-97BF-13E283FDC7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90E499-9C03-4E9F-9738-59BDF7042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5391AB-1304-4B36-9951-57D634BF09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A4D8D8-5457-419E-BAEB-382FB80DFA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EF47CD-489F-4892-8DF4-A5CFF658D0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390BE62-FE1D-49D0-8FB6-C2CBE2C2A0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3183C0-8196-4591-9CDF-7C0143ECE1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3C0BC9-EBD6-4891-8A30-032FB5B5F1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4e0bf16dee424f" /><Relationship Type="http://schemas.openxmlformats.org/officeDocument/2006/relationships/slideLayout" Target="/ppt/slideLayouts/slideLayout1.xml" Id="R2bf0cbd09ad34bbb" /><Relationship Type="http://schemas.openxmlformats.org/officeDocument/2006/relationships/slideLayout" Target="/ppt/slideLayouts/slideLayout2.xml" Id="R058f246d30eb451d" /><Relationship Type="http://schemas.openxmlformats.org/officeDocument/2006/relationships/slideLayout" Target="/ppt/slideLayouts/slideLayout3.xml" Id="R63871d585a1b4fdd" /><Relationship Type="http://schemas.openxmlformats.org/officeDocument/2006/relationships/slideLayout" Target="/ppt/slideLayouts/slideLayout4.xml" Id="Rb6357ba1bdc448c5" /><Relationship Type="http://schemas.openxmlformats.org/officeDocument/2006/relationships/slideLayout" Target="/ppt/slideLayouts/slideLayout5.xml" Id="Re404123ce00e49db" /><Relationship Type="http://schemas.openxmlformats.org/officeDocument/2006/relationships/slideLayout" Target="/ppt/slideLayouts/slideLayout6.xml" Id="R75d0bf6d44af4d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f0cbd09ad34bbb"/>
    <p:sldLayoutId xmlns:r="http://schemas.openxmlformats.org/officeDocument/2006/relationships" id="2147483650" r:id="R058f246d30eb451d"/>
    <p:sldLayoutId xmlns:r="http://schemas.openxmlformats.org/officeDocument/2006/relationships" id="2147483651" r:id="R63871d585a1b4fdd"/>
    <p:sldLayoutId xmlns:r="http://schemas.openxmlformats.org/officeDocument/2006/relationships" id="2147483652" r:id="Rb6357ba1bdc448c5"/>
    <p:sldLayoutId xmlns:r="http://schemas.openxmlformats.org/officeDocument/2006/relationships" id="2147483653" r:id="Re404123ce00e49db"/>
    <p:sldLayoutId xmlns:r="http://schemas.openxmlformats.org/officeDocument/2006/relationships" id="2147483654" r:id="R75d0bf6d44af4d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9e5af8ff1498f" /><Relationship Type="http://schemas.openxmlformats.org/officeDocument/2006/relationships/notesSlide" Target="/ppt/notesSlides/notesSlide1.xml" Id="R60b7981b09324b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64287ffb4444d3" /><Relationship Type="http://schemas.openxmlformats.org/officeDocument/2006/relationships/notesSlide" Target="/ppt/notesSlides/notesSlide2.xml" Id="R7903d61e5b4c4f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ff9a74acd14dc9" /><Relationship Type="http://schemas.openxmlformats.org/officeDocument/2006/relationships/notesSlide" Target="/ppt/notesSlides/notesSlide3.xml" Id="R618d1b0eb2ee45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52abca1e543e7" /><Relationship Type="http://schemas.openxmlformats.org/officeDocument/2006/relationships/notesSlide" Target="/ppt/notesSlides/notesSlide4.xml" Id="Rc127b8e9bb924a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cbc2842cbb4aa3" /><Relationship Type="http://schemas.openxmlformats.org/officeDocument/2006/relationships/notesSlide" Target="/ppt/notesSlides/notesSlide5.xml" Id="R17b027abcfa648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cd3bc9fe74bf3" /><Relationship Type="http://schemas.openxmlformats.org/officeDocument/2006/relationships/notesSlide" Target="/ppt/notesSlides/notesSlide6.xml" Id="Ra8b7a0a4cc424f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abe64a50c49d0" /><Relationship Type="http://schemas.openxmlformats.org/officeDocument/2006/relationships/notesSlide" Target="/ppt/notesSlides/notesSlide7.xml" Id="R6b9b82c2f45f4d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33625fb174a02" /><Relationship Type="http://schemas.openxmlformats.org/officeDocument/2006/relationships/image" Target="/ppt/media/image.jpeg" Id="Rd688cb83d1a044f2" /><Relationship Type="http://schemas.openxmlformats.org/officeDocument/2006/relationships/notesSlide" Target="/ppt/notesSlides/notesSlide8.xml" Id="R43cb2e3e443d4c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c6b15cab64ce3" /><Relationship Type="http://schemas.openxmlformats.org/officeDocument/2006/relationships/notesSlide" Target="/ppt/notesSlides/notesSlide9.xml" Id="Ra75da0fc72f442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8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45333-AA1F-4B59-B78A-464839C9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C7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C76A"/>
                </a:solidFill>
                <a:latin typeface="Arial"/>
                <a:ea typeface="Arial"/>
                <a:cs typeface="Arial"/>
              </a:rPr>
              <a:t>LABORATÓRIO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27F24-E9B8-4DC7-8583-55078951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Moeda Estudantil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F8540-0755-4C47-9A94-8B9B7346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Release 1 · Arquitetura e persistência</a:t>
            </a:r>
          </a:p>
          <a:p xmlns:a="http://schemas.openxmlformats.org/drawingml/2006/main">
            <a:pPr>
              <a:defRPr sz="18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Lucas Nogueira</a:t>
            </a:r>
          </a:p>
        </p:txBody>
      </p:sp>
    </p:spTree>
    <p:extLst>
      <p:ext uri="{BB962C8B-B14F-4D97-AF65-F5344CB8AC3E}">
        <p14:creationId xmlns:p14="http://schemas.microsoft.com/office/powerpoint/2010/main" val="118429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E2552-0185-42B5-AFBA-5BA336C6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Os três perfis do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8F2C7-BF7E-47D4-B971-76C13E18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BFE7F-6D9F-4C55-9E03-A1E1FC65F27D}"/>
              </a:ext>
            </a:extLst>
          </p:cNvPr>
          <p:cNvGraphicFramePr/>
          <p:nvPr/>
        </p:nvGraphicFramePr>
        <p:xfrm>
          <a:off xmlns:a="http://schemas.openxmlformats.org/drawingml/2006/main" x="647700" y="16954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20000"/>
              </a:tblGrid>
              <a:tr h="928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Perfil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T w="9525">
                      <a:solidFill>
                        <a:srgbClr val="D8E0D7"/>
                      </a:solidFill>
                      <a:prstDash val="solid"/>
                    </a:lnT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1738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Objetivos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T w="9525">
                      <a:solidFill>
                        <a:srgbClr val="D8E0D7"/>
                      </a:solidFill>
                      <a:prstDash val="solid"/>
                    </a:lnT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17382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Aluno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Manter cadastro, consultar extrato e resgatar vantagens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Professor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Reconhecer alunos com moedas e consultar envios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Empresa parceira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Manter cadastro e vantagens, conferir e utilizar cupons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606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49E03-90B3-4E2D-BF3E-0482ECD0A50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91250" y="46196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6851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C6888-0C53-465A-9BF2-48EF01C5A0F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096500" y="4381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6851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D85A4-002E-4038-AD0B-98F74A2ED9A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620000" y="3976688"/>
            <a:ext cx="1238250" cy="119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6851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977A3-9CF2-429C-A17C-FB35775D7F1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1905000" y="2524125"/>
            <a:ext cx="819150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F6851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DB5BA-800F-4CE4-967C-90D6340BD98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6191250" y="2524125"/>
            <a:ext cx="390525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F6851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922F1-FDFD-4505-96D0-81C28F12C58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239000" y="211931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6851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AF006-6562-4A08-9187-93E0467AFCD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43250" y="211931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6851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F4451-3C48-4AFC-9309-0948F0CA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Arquitetura MVC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73756-E6BD-47FB-9186-79697099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47E75-2226-4FE2-BD73-309C2894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5D4B9-DAA5-49B0-968A-5BBC4533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Spring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D4126-384C-41E5-9F1D-9165D920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Controllers MVC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73736-C6AB-4120-8764-8CD68F70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Thymeleaf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9BD8A-FD7D-424A-8B23-2345B445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Services</a:t>
            </a:r>
          </a:p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Cadastro, moedas e vantagens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C31EC-ACCD-43BF-88C7-74CF69BA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7187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JPA / Hibernate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782F4-F7C7-4FE0-86DE-B53F4E3A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0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H2 em arquivo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EC73B-AC3B-4058-8BE9-75EACBA7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3875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Caixa de saída / SMTP</a:t>
            </a:r>
          </a:p>
        </p:txBody>
      </p:sp>
    </p:spTree>
    <p:extLst>
      <p:ext uri="{BB962C8B-B14F-4D97-AF65-F5344CB8AC3E}">
        <p14:creationId xmlns:p14="http://schemas.microsoft.com/office/powerpoint/2010/main" val="2080353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B7895-66E0-4277-AF8B-832E47995B76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333625"/>
            <a:ext cx="381000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F6851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2DA16-ABAC-41AB-A61A-8CC7AFED94E8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096000" y="2333625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6851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3E38B-A937-4C7D-A023-8F31FF244884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286000" y="2333625"/>
            <a:ext cx="381000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F6851"/>
            </a:solidFill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49C4E-FD18-4E53-95A4-A40D9C8C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Herança no banco relacional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25B80-B3FE-42EB-8876-B93BE3D6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2A398-222A-4770-96BF-A1CE9B08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usuario</a:t>
            </a:r>
          </a:p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PK id, email único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01108-605D-401D-BA58-B734282E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aluno</a:t>
            </a:r>
          </a:p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PK/FK id, instituição, saldo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7EFCF-BD23-4F40-9913-404E5E9C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professor</a:t>
            </a:r>
          </a:p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PK/FK id, instituição, saldo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7949C-42D9-46B2-8BA9-2E2EDA12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empresa_parceira</a:t>
            </a:r>
          </a:p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PK/FK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ACD98-C758-476D-9545-C15097FB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Transacao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1FD1A-1788-44CB-8DB4-463DBDD1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0075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EnvioMoeda, TrocaVantagem e CreditoSemestral</a:t>
            </a:r>
          </a:p>
          <a:p xmlns:a="http://schemas.openxmlformats.org/drawingml/2006/main">
            <a:pPr>
              <a:defRPr sz="210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compartilham data e quantidade na tabela 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EA466-340E-4732-B40B-D33FB043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Flyway cria e versiona. Hibernate valida. H2 mantém os dados entre execuções.</a:t>
            </a:r>
          </a:p>
        </p:txBody>
      </p:sp>
    </p:spTree>
    <p:extLst>
      <p:ext uri="{BB962C8B-B14F-4D97-AF65-F5344CB8AC3E}">
        <p14:creationId xmlns:p14="http://schemas.microsoft.com/office/powerpoint/2010/main" val="1303559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76A78-8F95-47D8-95ED-2BA361A244A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15375" y="2571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6851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8A502-6555-40F0-8D7B-4459C79D092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810250" y="2571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6851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B0DD8-D00D-421F-9299-C00C4D2005A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05125" y="2571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6851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E7BE6-D678-430A-AE47-93344D75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Uma operação, uma transação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7D668-EB85-422F-9EC4-A91B3717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F02E7-B714-433A-BC1B-E171BF5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Bloquear</a:t>
            </a:r>
          </a:p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a conta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E157E-EB19-4799-8E3A-C0297E3F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Validar</a:t>
            </a:r>
          </a:p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saldo e regra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B300C-EA36-4303-A285-824C93E1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Gravar saldo</a:t>
            </a:r>
          </a:p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e lançamento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698B7-2AD8-40C2-B7CC-FEC15684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0025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6851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Gravar email</a:t>
            </a:r>
          </a:p>
          <a:p xmlns:a="http://schemas.openxmlformats.org/drawingml/2006/main">
            <a:pPr algn="ctr">
              <a:defRPr sz="180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2F"/>
                </a:solidFill>
                <a:latin typeface="Arial"/>
                <a:ea typeface="Arial"/>
                <a:cs typeface="Arial"/>
              </a:rPr>
              <a:t>pendente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59D6A-0F54-4744-923A-3AC71A81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Falha antes do commit desfaz todas as alterações.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A1552-2FAE-4836-8A24-155E5E1F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O worker entrega o email por SMTP. Se o envio falhar,</a:t>
            </a:r>
          </a:p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a notificação fica pendente para a próxima tentativa.</a:t>
            </a:r>
          </a:p>
        </p:txBody>
      </p:sp>
    </p:spTree>
    <p:extLst>
      <p:ext uri="{BB962C8B-B14F-4D97-AF65-F5344CB8AC3E}">
        <p14:creationId xmlns:p14="http://schemas.microsoft.com/office/powerpoint/2010/main" val="9816251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ECEF1-EB5A-4B79-8F8B-4F56F897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Acesso por perfil e proprietário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A0273-9B51-4D29-9C2A-66FEE102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29BBA-7B50-478A-BA6E-499055530F16}"/>
              </a:ext>
            </a:extLst>
          </p:cNvPr>
          <p:cNvGraphicFramePr/>
          <p:nvPr/>
        </p:nvGraphicFramePr>
        <p:xfrm>
          <a:off xmlns:a="http://schemas.openxmlformats.org/drawingml/2006/main" x="647700" y="16954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20000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T w="9525">
                      <a:solidFill>
                        <a:srgbClr val="D8E0D7"/>
                      </a:solidFill>
                      <a:prstDash val="solid"/>
                    </a:lnT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1738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Comportamento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T w="9525">
                      <a:solidFill>
                        <a:srgbClr val="D8E0D7"/>
                      </a:solidFill>
                      <a:prstDash val="solid"/>
                    </a:lnT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17382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Sessão e CSRF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Rotas privadas exigem login. Formulários POST exigem token.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Conta própria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Outro usuário recebe 404 ao tentar consultar ou remover.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Papel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Aluno não envia moedas. Professor não cria vantagens.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Cupom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Somente o parceiro dono confirma, uma única vez.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1997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7515F-3EB0-48FF-BC96-855CDEFE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Modelagem e implementação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A998C-6074-4CBB-AB4F-24098FB2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B85A5-95A9-402C-A58A-7BA20F068900}"/>
              </a:ext>
            </a:extLst>
          </p:cNvPr>
          <p:cNvGraphicFramePr/>
          <p:nvPr/>
        </p:nvGraphicFramePr>
        <p:xfrm>
          <a:off xmlns:a="http://schemas.openxmlformats.org/drawingml/2006/main" x="647700" y="16954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20000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T w="9525">
                      <a:solidFill>
                        <a:srgbClr val="D8E0D7"/>
                      </a:solidFill>
                      <a:prstDash val="solid"/>
                    </a:lnT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1738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na Release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T w="9525">
                      <a:solidFill>
                        <a:srgbClr val="D8E0D7"/>
                      </a:solidFill>
                      <a:prstDash val="solid"/>
                    </a:lnT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17382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Crédito semestral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Entidade própria evita duplicar as 1.000 moedas por semestre.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Notificação persistente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Email pendente sobrevive à falha do SMTP.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Remoção lógica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Conta perde acesso, histórico e cupons permanecem.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Foto no banco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D7"/>
                      </a:solidFill>
                      <a:prstDash val="solid"/>
                    </a:lnL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F"/>
                          </a:solidFill>
                          <a:latin typeface="Arial"/>
                          <a:ea typeface="Arial"/>
                          <a:cs typeface="Arial"/>
                        </a:rPr>
                        <a:t>PNG/JPEG de até 2 MB, sem dependência de URL externa.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D7"/>
                      </a:solidFill>
                      <a:prstDash val="solid"/>
                    </a:lnR>
                    <a:lnB w="9525">
                      <a:solidFill>
                        <a:srgbClr val="D8E0D7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3400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E4357-4ECC-42B4-AC70-2911C968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Demonstração e verificação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1D703-5129-428E-AA0F-A3910106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B49B2-ED15-4BD9-942D-1A8B0B7AF8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8cb83d1a044f2"/>
          <a:stretch xmlns:a="http://schemas.openxmlformats.org/drawingml/2006/main"/>
        </p:blipFill>
        <p:spPr>
          <a:xfrm xmlns:a="http://schemas.openxmlformats.org/drawingml/2006/main">
            <a:off x="619125" y="1714500"/>
            <a:ext cx="6858000" cy="3857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B705E-6DB7-4A2E-AE28-278D66F0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CRUDs pela 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4A677-4057-408B-B4D5-968806D5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987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Débitos concorrentes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B052A-B2C9-4644-A315-4FC1723A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Banco após reinício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C4E60-38DD-4643-8C47-2F88D618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1962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Emails via SMTP local</a:t>
            </a:r>
          </a:p>
        </p:txBody>
      </p:sp>
    </p:spTree>
    <p:extLst>
      <p:ext uri="{BB962C8B-B14F-4D97-AF65-F5344CB8AC3E}">
        <p14:creationId xmlns:p14="http://schemas.microsoft.com/office/powerpoint/2010/main" val="13489775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BB716-0453-4CFE-8AE2-1715F152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82F"/>
                </a:solidFill>
                <a:latin typeface="Arial"/>
                <a:ea typeface="Arial"/>
                <a:cs typeface="Arial"/>
              </a:rPr>
              <a:t>Operação e pendências da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44C69-13F2-4E17-9CE3-163424DD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9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5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B7078-3641-46BA-BE17-6F0EDA51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Execução local com Java 21 e Maven Wrapper.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35F6F-7B86-48B3-A8AF-E04777B6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SMTP local para demonstração. Provedor externo exige configuração.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36B1B-BEA7-4601-842F-CD62882D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Backup da pasta dados com a aplicação parada.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EC2A0-C483-452D-9AFA-696A7181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8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2F"/>
                </a:solidFill>
                <a:latin typeface="Arial"/>
                <a:ea typeface="Arial"/>
                <a:cs typeface="Arial"/>
              </a:rPr>
              <a:t>Acesso do professor ao GitHub, ensaio e entrega no Canvas pelo aluno.</a:t>
            </a:r>
          </a:p>
        </p:txBody>
      </p:sp>
    </p:spTree>
    <p:extLst>
      <p:ext uri="{BB962C8B-B14F-4D97-AF65-F5344CB8AC3E}">
        <p14:creationId xmlns:p14="http://schemas.microsoft.com/office/powerpoint/2010/main" val="1916011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2026-10-18T01:16:50.3610000Z</dcterms:created>
  <dcterms:modified xsi:type="dcterms:W3CDTF">2026-10-18T01:16:50.3610000Z</dcterms:modified>
</coreProperties>
</file>